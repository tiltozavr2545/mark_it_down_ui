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Заметка докладчика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Заголовок презентации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Подзаголовок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Второй слайд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Первый пункт</a:t>
            </a:r>
          </a:p>
          <a:p>
            <a:r>
              <a:t>Второй пункт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